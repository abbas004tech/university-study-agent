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18305" y="438785"/>
            <a:ext cx="11715115" cy="2628900"/>
          </a:xfrm>
        </p:spPr>
        <p:txBody>
          <a:bodyPr/>
          <a:lstStyle/>
          <a:p>
            <a:r>
              <a:rPr lang="en-US">
                <a:latin typeface="Microsoft YaHei" panose="020B0503020204020204" charset="-122"/>
                <a:ea typeface="Microsoft YaHei" panose="020B0503020204020204" charset="-122"/>
              </a:rPr>
              <a:t>Civil and Military Administration</a:t>
            </a:r>
            <a:endParaRPr 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  <a:ea typeface="+mn-ea"/>
              </a:rPr>
              <a:t>Aisha Shaikh</a:t>
            </a:r>
            <a:endParaRPr lang="en-US">
              <a:solidFill>
                <a:schemeClr val="bg1">
                  <a:lumMod val="50000"/>
                </a:schemeClr>
              </a:solidFill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Administration refers to managing public affairs and governance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Two main types: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 b="1">
                <a:latin typeface="Cambria" panose="02040503050406030204" charset="0"/>
                <a:cs typeface="Cambria" panose="02040503050406030204" charset="0"/>
              </a:rPr>
              <a:t>Civil Administration</a:t>
            </a:r>
            <a:endParaRPr lang="en-US" altLang="en-US" sz="2800" b="1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 b="1">
                <a:latin typeface="Cambria" panose="02040503050406030204" charset="0"/>
                <a:cs typeface="Cambria" panose="02040503050406030204" charset="0"/>
              </a:rPr>
              <a:t>Military Administration</a:t>
            </a:r>
            <a:endParaRPr lang="en-US" altLang="en-US" sz="2800" b="1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Both are essential for state functioning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: What is Civil Administration?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Civil administration refers to the management of public affairs and the implementation of government policies by non-military officials. It is the practical, day-to-day operation of a state, ensuring that public services. Such as health care, education, law enforcement, and infrastructure.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Functions of Civil Administration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Policy implementation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Public service delivery (health, education, transport)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Tax collection and budgeting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Maintaining law and order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Structure of Civil Administration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Executive (President/Prime Minister)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Bureaucracy (civil servants)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Local government bodies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Military Administration?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sz="2800">
                <a:latin typeface="Cambria" panose="02040503050406030204" charset="0"/>
                <a:cs typeface="Cambria" panose="02040503050406030204" charset="0"/>
              </a:rPr>
              <a:t>Military administration is the system of organization, management, and authority used by the armed forces to maintain readiness, discipline, and operational efficiency. </a:t>
            </a:r>
            <a:endParaRPr 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Functions of Military Administration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National defense and security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Emergency response (disasters, war)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Maintaining stability in crisis situations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Supporting civil authorities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Structure of Military Administration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Command hierarchy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Chief of Army Staff / Military leadership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Divisions, brigades, and units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Relationship Between the Two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Military supports civil administration when needed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Civil authorities control military in democratic systems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Cooperation ensures national stability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Advantages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b="1" u="sng">
                <a:latin typeface="Cambria" panose="02040503050406030204" charset="0"/>
                <a:cs typeface="Cambria" panose="02040503050406030204" charset="0"/>
              </a:rPr>
              <a:t>Civil Administration</a:t>
            </a:r>
            <a:endParaRPr lang="en-US" altLang="en-US" b="1" u="sng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Democratic representation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Focus on welfare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b="1" u="sng">
                <a:latin typeface="Cambria" panose="02040503050406030204" charset="0"/>
                <a:cs typeface="Cambria" panose="02040503050406030204" charset="0"/>
              </a:rPr>
              <a:t>Military Administration</a:t>
            </a:r>
            <a:endParaRPr lang="en-US" altLang="en-US" b="1" u="sng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Quick decision-making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Strong discipline and order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Challenges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 b="1" u="sng">
                <a:latin typeface="Cambria" panose="02040503050406030204" charset="0"/>
                <a:cs typeface="Cambria" panose="02040503050406030204" charset="0"/>
              </a:rPr>
              <a:t>Civil Administration</a:t>
            </a:r>
            <a:endParaRPr lang="en-US" altLang="en-US" b="1" u="sng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b="1" u="sng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Bureaucracy delays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Corruption risks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b="1" u="sng">
                <a:latin typeface="Cambria" panose="02040503050406030204" charset="0"/>
                <a:cs typeface="Cambria" panose="02040503050406030204" charset="0"/>
              </a:rPr>
              <a:t>Military Administration</a:t>
            </a:r>
            <a:endParaRPr lang="en-US" altLang="en-US" b="1" u="sng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Limited public participation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>
                <a:latin typeface="Cambria" panose="02040503050406030204" charset="0"/>
                <a:cs typeface="Cambria" panose="02040503050406030204" charset="0"/>
              </a:rPr>
              <a:t>Risk of authoritarian rule</a:t>
            </a:r>
            <a:endParaRPr lang="en-US" altLang="en-US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Both systems are important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Civil administration ensures governance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Military administration ensures protection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800">
                <a:latin typeface="Cambria" panose="02040503050406030204" charset="0"/>
                <a:cs typeface="Cambria" panose="02040503050406030204" charset="0"/>
              </a:rPr>
              <a:t>Balance between both is crucial</a:t>
            </a:r>
            <a:endParaRPr lang="en-US" altLang="en-US" sz="28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WPS Presentation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 Bold</vt:lpstr>
      <vt:lpstr>Inter</vt:lpstr>
      <vt:lpstr>Lato</vt:lpstr>
      <vt:lpstr>Segoe Print</vt:lpstr>
      <vt:lpstr>Manrope ExtraBold</vt:lpstr>
      <vt:lpstr>Algerian</vt:lpstr>
      <vt:lpstr>Arial Rounded MT Bold</vt:lpstr>
      <vt:lpstr>Bodoni MT</vt:lpstr>
      <vt:lpstr>Bell MT</vt:lpstr>
      <vt:lpstr>Cambria</vt:lpstr>
      <vt:lpstr>Office Theme</vt:lpstr>
      <vt:lpstr>2_Office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Aisha Shaikh</cp:lastModifiedBy>
  <cp:revision>3</cp:revision>
  <dcterms:created xsi:type="dcterms:W3CDTF">2025-07-23T00:59:00Z</dcterms:created>
  <dcterms:modified xsi:type="dcterms:W3CDTF">2026-04-24T14:56:45Z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C4EAF9043FB948AC8FCE459A4E75E5A6_11</vt:lpwstr>
  </property>
  <property fmtid="{D5CDD505-2E9C-101B-9397-08002B2CF9AE}" pid="3" name="KSOProductBuildVer">
    <vt:lpwstr>1033-12.1.0.25242</vt:lpwstr>
  </property>
</Properties>
</file>