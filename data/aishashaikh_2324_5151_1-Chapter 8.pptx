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12206817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3875" y="708025"/>
            <a:ext cx="10034905" cy="3369310"/>
          </a:xfrm>
        </p:spPr>
        <p:txBody>
          <a:bodyPr>
            <a:noAutofit/>
          </a:bodyPr>
          <a:p>
            <a:pPr algn="ctr"/>
            <a:r>
              <a:rPr lang="en-US" sz="6600" b="1">
                <a:latin typeface="Algerian" panose="04020705040A02060702" charset="0"/>
                <a:cs typeface="Algerian" panose="04020705040A02060702" charset="0"/>
              </a:rPr>
              <a:t>Pakistan: Foreign policy, it’s aims and objectives</a:t>
            </a:r>
            <a:endParaRPr lang="en-US" sz="6600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4305" y="5100003"/>
            <a:ext cx="9144000" cy="1655762"/>
          </a:xfrm>
        </p:spPr>
        <p:txBody>
          <a:bodyPr/>
          <a:p>
            <a:r>
              <a:rPr lang="en-US">
                <a:solidFill>
                  <a:schemeClr val="bg1">
                    <a:lumMod val="65000"/>
                  </a:schemeClr>
                </a:solidFill>
                <a:latin typeface="Bodoni MT" panose="02070603080606020203" charset="0"/>
                <a:cs typeface="Bodoni MT" panose="02070603080606020203" charset="0"/>
              </a:rPr>
              <a:t> Aisha Shaikh</a:t>
            </a:r>
            <a:endParaRPr lang="en-US">
              <a:solidFill>
                <a:schemeClr val="bg1">
                  <a:lumMod val="65000"/>
                </a:schemeClr>
              </a:solidFill>
              <a:latin typeface="Bodoni MT" panose="02070603080606020203" charset="0"/>
              <a:cs typeface="Bodoni MT" panose="02070603080606020203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latin typeface="Algerian" panose="04020705040A02060702" charset="0"/>
                <a:cs typeface="Algerian" panose="04020705040A02060702" charset="0"/>
              </a:rPr>
              <a:t>                      Introduction</a:t>
            </a:r>
            <a:endParaRPr 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Foreign Policy means the strategy and decisions a country uses to deal with other countries and international organizations.It guides how a state protects it’s national interests,maintains relations with other nations,and handles issues like trade,security,diplomacy,and peace.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Foreign policy is the set of principles and actions through which a country manages it’s relations with other countries.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>
                <a:sym typeface="+mn-ea"/>
              </a:rPr>
              <a:t>    </a:t>
            </a:r>
            <a:r>
              <a:rPr lang="en-US" altLang="en-US" b="1">
                <a:latin typeface="Algerian" panose="04020705040A02060702" charset="0"/>
                <a:cs typeface="Algerian" panose="04020705040A02060702" charset="0"/>
                <a:sym typeface="+mn-ea"/>
              </a:rPr>
              <a:t>Pakistan’s Foreign Policy</a:t>
            </a:r>
            <a:endParaRPr 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Strategy used by Pakistan to deal with other nations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Focus on national security and development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Promotes peaceful relations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Guided by national interests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46050" y="190500"/>
            <a:ext cx="11944985" cy="582930"/>
          </a:xfrm>
        </p:spPr>
        <p:txBody>
          <a:bodyPr/>
          <a:p>
            <a:r>
              <a:rPr lang="en-US" altLang="en-US" b="1">
                <a:latin typeface="Algerian" panose="04020705040A02060702" charset="0"/>
                <a:cs typeface="Algerian" panose="04020705040A02060702" charset="0"/>
                <a:sym typeface="+mn-ea"/>
              </a:rPr>
              <a:t>            Foundations of Pakistan’s foreign policy</a:t>
            </a:r>
            <a:endParaRPr 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Ideology of Pakistan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National security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Economic development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Regional stability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International cooperation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b="1">
                <a:latin typeface="Algerian" panose="04020705040A02060702" charset="0"/>
                <a:cs typeface="Algerian" panose="04020705040A02060702" charset="0"/>
                <a:sym typeface="+mn-ea"/>
              </a:rPr>
              <a:t>Determinants of Foreign Policy</a:t>
            </a:r>
            <a:endParaRPr 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en-US" altLang="en-US"/>
              <a:t>Geographic location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National security concerns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Economic needs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Political leadership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Global political environment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b="1">
                <a:latin typeface="Algerian" panose="04020705040A02060702" charset="0"/>
                <a:cs typeface="Algerian" panose="04020705040A02060702" charset="0"/>
                <a:sym typeface="+mn-ea"/>
              </a:rPr>
              <a:t>Fundamental Principles</a:t>
            </a:r>
            <a:endParaRPr 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en-US" altLang="en-US"/>
              <a:t>Sovereignty and territorial integrity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Peaceful coexistence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Non-interference in internal affairs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Respect for international law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Promotion of world peace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b="1">
                <a:latin typeface="Algerian" panose="04020705040A02060702" charset="0"/>
                <a:cs typeface="Algerian" panose="04020705040A02060702" charset="0"/>
                <a:sym typeface="+mn-ea"/>
              </a:rPr>
              <a:t>Main Aims</a:t>
            </a:r>
            <a:endParaRPr 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en-US" altLang="en-US"/>
              <a:t>Protect national independence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Safeguard territorial integrity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Promote economic development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Maintain friendly relations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Support international peace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b="1">
                <a:latin typeface="Algerian" panose="04020705040A02060702" charset="0"/>
                <a:cs typeface="Algerian" panose="04020705040A02060702" charset="0"/>
                <a:sym typeface="+mn-ea"/>
              </a:rPr>
              <a:t>Major Objectives</a:t>
            </a:r>
            <a:endParaRPr 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en-US" altLang="en-US"/>
              <a:t>Peaceful settlement of disputes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Strengthening diplomatic relations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Expanding trade cooperation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Participation in international organizations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Promoting cultural exchange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b="1">
                <a:latin typeface="Algerian" panose="04020705040A02060702" charset="0"/>
                <a:cs typeface="Algerian" panose="04020705040A02060702" charset="0"/>
                <a:sym typeface="+mn-ea"/>
              </a:rPr>
              <a:t>Kashmir Issue</a:t>
            </a:r>
            <a:endParaRPr 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Central issue in Pakistan’s foreign policy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Support for right of self-determination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Source of tension with India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Raised in international forums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b="1">
                <a:latin typeface="Algerian" panose="04020705040A02060702" charset="0"/>
                <a:cs typeface="Algerian" panose="04020705040A02060702" charset="0"/>
                <a:sym typeface="+mn-ea"/>
              </a:rPr>
              <a:t>Relations with Major Powers</a:t>
            </a:r>
            <a:endParaRPr 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Strong partnership with China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Relations with the United States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Growing ties with Russia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Cooperation in trade and security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b="1">
                <a:latin typeface="Algerian" panose="04020705040A02060702" charset="0"/>
                <a:cs typeface="Algerian" panose="04020705040A02060702" charset="0"/>
                <a:sym typeface="+mn-ea"/>
              </a:rPr>
              <a:t>Relations with Muslim Countries</a:t>
            </a:r>
            <a:endParaRPr 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Strong ties with Saudi Arabia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Cooperation with Turkey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Relations with Iran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Cultural and economic partnerships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b="1">
                <a:latin typeface="Algerian" panose="04020705040A02060702" charset="0"/>
                <a:cs typeface="Algerian" panose="04020705040A02060702" charset="0"/>
                <a:sym typeface="+mn-ea"/>
              </a:rPr>
              <a:t>International Organizations</a:t>
            </a:r>
            <a:endParaRPr 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United Nations (UN)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Organization of Islamic Cooperation (OIC)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South Asian Association for Regional Cooperation (SAARC)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Shanghai Cooperation Organisation (SCO)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b="1">
                <a:latin typeface="Algerian" panose="04020705040A02060702" charset="0"/>
                <a:cs typeface="Algerian" panose="04020705040A02060702" charset="0"/>
                <a:sym typeface="+mn-ea"/>
              </a:rPr>
              <a:t>Economic Diplomacy</a:t>
            </a:r>
            <a:endParaRPr 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Expanding international trade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Attracting foreign investment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Regional connectivity projects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Economic partnerships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b="1">
                <a:latin typeface="Algerian" panose="04020705040A02060702" charset="0"/>
                <a:cs typeface="Algerian" panose="04020705040A02060702" charset="0"/>
                <a:sym typeface="+mn-ea"/>
              </a:rPr>
              <a:t>Challenges</a:t>
            </a:r>
            <a:endParaRPr 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en-US" altLang="en-US"/>
              <a:t>Regional conflicts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Economic limitations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Security threats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Changing global alliances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Political instability</a:t>
            </a: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b="1">
                <a:latin typeface="Algerian" panose="04020705040A02060702" charset="0"/>
                <a:cs typeface="Algerian" panose="04020705040A02060702" charset="0"/>
                <a:sym typeface="+mn-ea"/>
              </a:rPr>
              <a:t>Conclusion</a:t>
            </a:r>
            <a:endParaRPr 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Protects security and sovereignty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Promotes peaceful relations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Encourages global cooperation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Strengthens Pakistan’s global position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2449</Words>
  <Application>WPS Presentation</Application>
  <PresentationFormat>Widescreen</PresentationFormat>
  <Paragraphs>152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SimSun</vt:lpstr>
      <vt:lpstr>Wingdings</vt:lpstr>
      <vt:lpstr>Algerian</vt:lpstr>
      <vt:lpstr>Bodoni MT</vt:lpstr>
      <vt:lpstr>Microsoft YaHei</vt:lpstr>
      <vt:lpstr>Arial Unicode MS</vt:lpstr>
      <vt:lpstr>Calibri Light</vt:lpstr>
      <vt:lpstr>Calibri</vt:lpstr>
      <vt:lpstr>Communications and Dialogues</vt:lpstr>
      <vt:lpstr>Pakistan: Foreign policy, it’s aims and objectives</vt:lpstr>
      <vt:lpstr>                      Introduction</vt:lpstr>
      <vt:lpstr>    Pakistan’s Foreign Policy</vt:lpstr>
      <vt:lpstr>            Historical Background</vt:lpstr>
      <vt:lpstr>Determinants of Foreign Policy</vt:lpstr>
      <vt:lpstr>Fundamental Principles</vt:lpstr>
      <vt:lpstr>Main Aims</vt:lpstr>
      <vt:lpstr>Major Objectives</vt:lpstr>
      <vt:lpstr>Kashmir Issue</vt:lpstr>
      <vt:lpstr>Relations with Major Powers</vt:lpstr>
      <vt:lpstr>Relations with Muslim Countries</vt:lpstr>
      <vt:lpstr>International Organizations</vt:lpstr>
      <vt:lpstr>Economic Diplomacy</vt:lpstr>
      <vt:lpstr>Challenges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ayesh</dc:creator>
  <cp:lastModifiedBy>ayesh</cp:lastModifiedBy>
  <cp:revision>4</cp:revision>
  <dcterms:created xsi:type="dcterms:W3CDTF">2025-07-23T00:59:00Z</dcterms:created>
  <dcterms:modified xsi:type="dcterms:W3CDTF">2026-03-16T15:04:43Z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6CA373D0F81F49219B2A9978AB6F3E6C_11</vt:lpwstr>
  </property>
  <property fmtid="{D5CDD505-2E9C-101B-9397-08002B2CF9AE}" pid="3" name="KSOProductBuildVer">
    <vt:lpwstr>1033-12.2.0.23196</vt:lpwstr>
  </property>
</Properties>
</file>